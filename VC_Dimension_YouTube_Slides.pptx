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120"/>
            <a:ext cx="12191999" cy="55937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3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915"/>
            <a:ext cx="12191999" cy="6428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4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974"/>
            <a:ext cx="12191999" cy="63880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6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378"/>
            <a:ext cx="12191999" cy="63252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54"/>
            <a:ext cx="12191999" cy="6649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81"/>
            <a:ext cx="12191999" cy="6682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7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87"/>
            <a:ext cx="12191999" cy="64692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8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19"/>
            <a:ext cx="12191999" cy="65991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056"/>
            <a:ext cx="12191999" cy="65758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49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96"/>
            <a:ext cx="12191999" cy="66828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5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227"/>
            <a:ext cx="12191999" cy="6627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5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363"/>
            <a:ext cx="12191999" cy="64992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5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12191999" cy="44195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8-31 215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953"/>
            <a:ext cx="12191999" cy="59060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